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SLIDES  ·  EXPLANATION-FIRST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2.0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4681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· Slash commands · HTML/CSS/JS/Python · Git · GitHub · Full-stack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Shailesh S Wadhawaniya  ·  A StrideX Institute Program, in partnership with Wadhawaniya &amp; Co.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9601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features &amp; how the agent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554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 — what / why / when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CLAUDE.md, plan mode, permissions, skills, MCP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743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JavaScript · Python foundations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3375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GitHub complete beginner path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39319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build path, deploy, demo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Mindset with mechanisms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· build · verify with understanding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— precise definition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 outcomes in natural language.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edits files, runs tools, and iterates.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decide, test, and steer when it is wrong.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BF3D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magic: AI can be wrong. Clear instructions win.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app parts makes you a better director.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 vs Claude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user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“done” means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testing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owns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most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Multi-file edits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commands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Searching project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plans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164592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software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demo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learning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URL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= all the layers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users see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logic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Node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Lasting 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Postgres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371600"/>
            <a:ext cx="2057400" cy="256032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37744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+ URL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command means something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working directory — where am I?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/ dir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files in this folder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103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into a folder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..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697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up one folder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91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name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folder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Claude Code in this folder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&amp; “command not found”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shell finds programs using PATH folders.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claude is installed but not on PATH → command not found.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920240"/>
          </a:xfrm>
          <a:prstGeom prst="roundRect">
            <a:avLst>
              <a:gd name="adj" fmla="val 3810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423160"/>
            <a:ext cx="7909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often after install — then open a NEW terminal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PATH="$HOME/.local/bin:$PATH"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doctor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how it 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 · context · install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chat — an agent in your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and searches many project files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and edits files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shell commands (install, test, server)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CLAUDE.md + skills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MCP tools when configured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Loops: try → observe → fix → continue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/ run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needed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2356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2356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00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164592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2860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stop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when work “looks done” — so YOU define proof (run app / tests).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= scarce resource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conversation + file reads + command output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full → quality drops (forgets, more mistakes)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major task per session when possible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 for a new task · /compact to free space on same task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CLAUDE.md short · use @filename for exact files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(official)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/ Linux / WSL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32588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PowerShell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2A32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468880"/>
            <a:ext cx="7909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 https://claude.ai/install.ps1 | iex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Pro/Max/Team (or Console). Free Claude.ai alone is not enough.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Verify: claude --version  ·  claude doctor  ·  cd project &amp;&amp; 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encyclopedia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permissions · CLAUDE.md · skills · MCP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modes (Shift+Tab)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69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069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before many 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069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938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only — no source edits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big 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2807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file edits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807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you trust review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DEDE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bypass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Skips checks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on class laptops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 — highest leverage habit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explores and writes a plan without editing source until you approve.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Enter: /plan   or   Shift+Tab until Plan.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14884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Add login with email/password.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security concerns. Ask clarifying questions.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write code until I approve.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assumptions are free in a plan — expensive in messy code.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project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file Claude reads at session start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starter with /init — then shorten it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Put: run commands, rules, gotchas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put: essays, huge docs Claude can infer from code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removing a line wouldn’t cause mistakes — delete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 CLAUDE.md vs slash commands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when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session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project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(SKILL.md)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relevant /name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&amp; checklists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/command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type 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controls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features to know by name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@file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Claude at exact files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screenshots / mockups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focused side tasks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to external tools/data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/rewind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a bad direction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--continue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last session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commands encyclopedia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· why · when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— Week 1–2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help  ·  You’re lost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 ·  First run / auth errors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checkup  ·  Install feels broken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CLAUDE.md  ·  New project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before edit  ·  Any real feature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  ·  Switching tasks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— daily workflow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context  ·  Long same task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file changes  ·  Before commit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/rewind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  ·  Wrong direction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sessions  ·  Next day continue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/permissions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rules  ·  Too many prompts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 ·  Model / theme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advanced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/code-review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diff  ·  Before demo/merge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978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check  ·  Before deploy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lasting rules  ·  Claude forgets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9472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usage  ·  Quality dropped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tools  ·  After MCP setup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154680"/>
            <a:ext cx="4160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3264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/btw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9472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question  ·  Quick fact mid-task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/plan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Enter plan mode (optionally with a task).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Separates design from coding; wrong ideas are cheap.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When: New features, refactors, multi-file work, unfamiliar code.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51460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 Build a tip calculator as one HTML file.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UI, edge cases, and how I will test.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write code until I approve.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dive: /clear vs /compact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/clear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conversation.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chat still in /resume.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starting 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task.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Summarizes chat to free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but continues work.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SAME task,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full.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workflow to chant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Explore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03720" y="18288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 Code best practices — teach as muscle memory.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craft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formula · bug reports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vs good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DEDEC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00584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E8F5E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a nice app”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everything”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“make UI modern”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 + rules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+ musts +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+ style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Symptom, expected,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actual, error 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formula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132588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417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132588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1732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1280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86600" y="1737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Screens/data?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6324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54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4612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306324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154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0624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0624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verify?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3063240"/>
            <a:ext cx="594360" cy="59436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154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8660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086600" y="3474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Look/feel?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 template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43000"/>
            <a:ext cx="79095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 report: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 OS, browser, how I start the 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 I took: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find ROOT CAUSE, fix, re-verify, explain simply.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web 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· backend · database · API · deploy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model (precise)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Dining room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in browser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8483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logic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14" name="Text 12"/>
          <p:cNvSpPr/>
          <p:nvPr/>
        </p:nvSpPr>
        <p:spPr>
          <a:xfrm>
            <a:off x="382219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2219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219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55955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5955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messages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645920" cy="27432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1554480"/>
            <a:ext cx="1499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day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96912" y="22860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96912" y="310896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 website — request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enter a URL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finds the server address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requests the page (HTTPS)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returns HTML (+ CSS/JS links)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renders structure, style, behavior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clicks may call APIs for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· attributes · forms · semantics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is markup (not full programming)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labels parts of a document so the browser knows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heading, paragraph, link, image, button, form…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423160"/>
            <a:ext cx="7909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class="intro"&gt;Hello world&lt;/p&gt;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 tag + attribute + content + closing tag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skeleton you must recognize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108960"/>
          </a:xfrm>
          <a:prstGeom prst="roundRect">
            <a:avLst>
              <a:gd name="adj" fmla="val 2353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79095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 title, meta, CSS links &lt;/head&gt;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 visible content + scripts &lt;/body&gt;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tags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h1–h6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main h1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href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 + alt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form/input/label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entry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4" name="Text 32"/>
          <p:cNvSpPr/>
          <p:nvPr/>
        </p:nvSpPr>
        <p:spPr>
          <a:xfrm>
            <a:off x="60167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matter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735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0167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div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header/main/nav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4" name="Text 42"/>
          <p:cNvSpPr/>
          <p:nvPr/>
        </p:nvSpPr>
        <p:spPr>
          <a:xfrm>
            <a:off x="32735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167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than only div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presentation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Selectors · box model · layout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= how it looks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88720"/>
            <a:ext cx="7909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{ color: #1a2421; font-size: 16px;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16px; border-radius: 8px;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#logo { width: 48px;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selector · .class selector · #id selector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space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03720" y="164592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Text/image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tools you’ll hear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— row/column alignment (nav bars, centering)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— two-dimensional sections / cards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queries — different CSS under a max-width (mobile)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bar: 16px+ body, contrast, spacing, obvious primary button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J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— behavior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· DOM · events · fetch · npm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 roles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(nouns)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(adjectives)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560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(verbs)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→ render → events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= data that describes the app right now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(score, current question, isRunning…)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should be a projection of state.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331720"/>
            <a:ext cx="7909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count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btn.addEventListener("click", () =&gt; { count += 1; render(); });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render() { out.textContent = String(count); 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npm (recognition)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runs JavaScript outside the browser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installs packages listed in package.json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— download dependencies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 — often starts the dev server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may run these; you should know the words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backend foundations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· venv · status codes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 appears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 language for backends and automation.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Flask/FastAPI turn functions into web APIs.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1828800"/>
          </a:xfrm>
          <a:prstGeom prst="roundRect">
            <a:avLst>
              <a:gd name="adj" fmla="val 4000"/>
            </a:avLst>
          </a:prstGeom>
          <a:solidFill>
            <a:srgbClr val="1E2A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2331720"/>
            <a:ext cx="7909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f"Hello, {name}!"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print(greet("Asha"))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(full-stack)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/write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43800" y="1737360"/>
            <a:ext cx="1371600" cy="1645920"/>
          </a:xfrm>
          <a:prstGeom prst="roundRect">
            <a:avLst>
              <a:gd name="adj" fmla="val 5333"/>
            </a:avLst>
          </a:prstGeom>
          <a:solidFill>
            <a:srgbClr val="0B3D2E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148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updates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status codes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32735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26974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932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cause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735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325880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1399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read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0" name="Text 18"/>
          <p:cNvSpPr/>
          <p:nvPr/>
        </p:nvSpPr>
        <p:spPr>
          <a:xfrm>
            <a:off x="32735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801368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 create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735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276856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2350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401/403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2" name="Text 30"/>
          <p:cNvSpPr/>
          <p:nvPr/>
        </p:nvSpPr>
        <p:spPr>
          <a:xfrm>
            <a:off x="32735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problems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752344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4" name="Text 32"/>
          <p:cNvSpPr/>
          <p:nvPr/>
        </p:nvSpPr>
        <p:spPr>
          <a:xfrm>
            <a:off x="6016752" y="28254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logged in / not allowed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735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3227832"/>
            <a:ext cx="26974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016752" y="3300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path/id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4" name="Text 42"/>
          <p:cNvSpPr/>
          <p:nvPr/>
        </p:nvSpPr>
        <p:spPr>
          <a:xfrm>
            <a:off x="32735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error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43600" y="3703320"/>
            <a:ext cx="26974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46" name="Text 44"/>
          <p:cNvSpPr/>
          <p:nvPr/>
        </p:nvSpPr>
        <p:spPr>
          <a:xfrm>
            <a:off x="6016752" y="3776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on server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— version control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· branches · .gitignore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Git solves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Git: final2_really_final.zip chaos.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Git: labeled snapshots, history, collaboration, recovery.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≠ GitHub   ·   Git is the system   ·   GitHub hosts repos online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vocabulary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690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069080" cy="41148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8" name="Text 6"/>
          <p:cNvSpPr/>
          <p:nvPr/>
        </p:nvSpPr>
        <p:spPr>
          <a:xfrm>
            <a:off x="4645152" y="932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tracked by Git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801368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01368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+ message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(add)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276856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23500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files for next commit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52344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752344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24" name="Text 22"/>
          <p:cNvSpPr/>
          <p:nvPr/>
        </p:nvSpPr>
        <p:spPr>
          <a:xfrm>
            <a:off x="4645152" y="28254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line of work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227832"/>
            <a:ext cx="40690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45152" y="33009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copy (often GitHub)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/ Pull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703320"/>
            <a:ext cx="4069080" cy="438912"/>
          </a:xfrm>
          <a:prstGeom prst="rect">
            <a:avLst/>
          </a:prstGeom>
          <a:solidFill>
            <a:srgbClr val="EEF2F0"/>
          </a:solidFill>
          <a:ln/>
        </p:spPr>
      </p:sp>
      <p:sp>
        <p:nvSpPr>
          <p:cNvPr id="32" name="Text 30"/>
          <p:cNvSpPr/>
          <p:nvPr/>
        </p:nvSpPr>
        <p:spPr>
          <a:xfrm>
            <a:off x="4645152" y="3776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/ download commits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Git loop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79095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login form validation"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ask Claude: “Show changes. Commit with a clear message. Do not push yet.”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— security gate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2926080"/>
          </a:xfrm>
          <a:prstGeom prst="roundRect">
            <a:avLst>
              <a:gd name="adj" fmla="val 3125"/>
            </a:avLst>
          </a:prstGeom>
          <a:solidFill>
            <a:srgbClr val="FDEDE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5448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.env or API keys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 node_modules/ and Python venv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git status before every push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secret leaked: revoke key + create new one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complete guide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· push · README · PR · portfolio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GitHub adds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backup of your repository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of public 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for task tracking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Requests for review/merge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for automation (later)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push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941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GitHub account + 2FA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empty repo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30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add origin 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724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(gh auth login)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319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main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913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real README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quality bar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does (1–2 sentences)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+ run steps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 NAMES (not secret values)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URL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name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concept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 proposes merging one branch’s changes into another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discussion and review).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97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solo: use branches + PRs to practice professional workflow.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can draft PR text and run /code-review on the diff.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path &amp; full-stack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· milestones · vertical slices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ladder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90472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490472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36192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36192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52344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52344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98064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98064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14216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014216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59936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59936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76088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76088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21808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API+UI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99832" y="1371600"/>
            <a:ext cx="1188720" cy="2651760"/>
          </a:xfrm>
          <a:prstGeom prst="roundRect">
            <a:avLst>
              <a:gd name="adj" fmla="val 6154"/>
            </a:avLst>
          </a:prstGeom>
          <a:solidFill>
            <a:srgbClr val="0B3D2E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45552" y="2194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45552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rule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005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/plan milestone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150876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Approve plan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2194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Implement only that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Verify yourself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71600" y="329184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3383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Commit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71600" y="388620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Next milestone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· security · demo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URL · env vars · 5-min talk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means…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the app from “only on my laptop”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“anyone with the link can use it.”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Configure: build · start · env vars · database · URL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local works but production fails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 vars set locally but not on the host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URL still points to localhost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Dev-only setup missing in production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runtime version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/ networking misconfig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day — 5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704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170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user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993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happy path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265176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816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decisions YOU made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347472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639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36393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next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B4F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914400"/>
            <a:ext cx="3474720" cy="3474720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tools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protocol · command strip · docs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3-minute stuck protocol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you tried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7004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exact error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A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6460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template → Claude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1554480"/>
            <a:ext cx="2057400" cy="2103120"/>
          </a:xfrm>
          <a:prstGeom prst="roundRect">
            <a:avLst>
              <a:gd name="adj" fmla="val 4444"/>
            </a:avLst>
          </a:prstGeom>
          <a:solidFill>
            <a:srgbClr val="0B3D2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828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59168" y="2468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stuck? Ask human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strip (memorize)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3017520"/>
          </a:xfrm>
          <a:prstGeom prst="roundRect">
            <a:avLst>
              <a:gd name="adj" fmla="val 2424"/>
            </a:avLst>
          </a:prstGeom>
          <a:solidFill>
            <a:srgbClr val="1E2A3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34440"/>
            <a:ext cx="79095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  /login  /doctor  /init  /plan  /clear  /compact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  /rewind  /resume  /code-review  /security-review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→ add → commit → push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   ·   claude doctor   ·   claude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Companion documents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24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Book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124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teaching flow, technical encyclopedia + hands-on labs, facilitation playbook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947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Chapters, labs, prompts, homework, and trackers in one place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7863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70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Slides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— Vibe Coding with Claude Code classroom projection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with Claude Code · CA Shailesh S Wadhawaniya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3D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645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Explain. Direct. Verify. Ship.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DDE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→ PRD → Claude Code → app → GitHub → public URL → demo.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3749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to the Instructor Book and Student Book.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with Claude Code — Module Slides</dc:title>
  <dc:subject>PptxGenJS Presentation</dc:subject>
  <dc:creator>CA Shailesh S Wadhawaniya</dc:creator>
  <cp:lastModifiedBy>CA Shailesh S Wadhawaniya</cp:lastModifiedBy>
  <cp:revision>1</cp:revision>
  <dcterms:created xsi:type="dcterms:W3CDTF">2026-07-13T01:55:30Z</dcterms:created>
  <dcterms:modified xsi:type="dcterms:W3CDTF">2026-07-13T01:55:30Z</dcterms:modified>
</cp:coreProperties>
</file>